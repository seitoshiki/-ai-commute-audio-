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36</c:v>
                </c:pt>
                <c:pt idx="3">
                  <c:v>90</c:v>
                </c:pt>
                <c:pt idx="4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要約：数字は3つだけ。300万円、255万円、2.8拠点
三現ワークスです。今日はお金の仕組みを、3つの数字だけでお話しします。お客様が1拠点で年300万円払う。そのうち255万円が当社に残る。社員1人で2.8拠点を見られれば黒字。この3つです。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要約：お金を払うのは工場（会社）。窓口は工場長
登場人物は4人です。来年定年の熟練者、田中さん。入社2年目の佐藤くん。報告書と育成で手一杯の山本工場長。そして私です。ここで大事なのは、お金を払うのは作業者ではなく会社、つまり工場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、ラインで電線の太さが振れました。田中さんは、音と湿度を見て温度を2度下げろと言う。佐藤くんには理由が分からない。手順書にも書いていない。工場長は、来年田中さんが辞めたらどうなるのかと青ざめる。しかも報告書と写真整理で、教える時間もない。これが、全国の工場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要約：1拠点 年300万円。初年度だけ導入支援200万円
では、誰が何にいくら払うのか。払うのは工場です。1拠点、つまり1つの工場で、年300万円。月にすると25万円です。中身は、アプリとデータ置き場の基本料が100万円、記録するラインの数で100万円、教材づくりなどの追加機能で100万円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要約：月25万円払って、月240万円浮く。約2か月で元が取れる
なぜ工場長は払うのか。100人の工場で、1人あたり日報や写真整理が月6時間減ると、時給4,000円換算で月240万円分の時間が浮きます。初年度の支払いは500万円なので、約2か月で元が取れます。月6時間とは、1日あたり約18分。朝の日報と夕方の写真整理がなくなる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要約：利用料300万円のうち255万円が残る。だから利用料を積み上げる
次に、当社の財布に何が残るか。300万円の利用料のうち、サーバーやAIの費用は15%の45万円。255万円が残ります。導入支援の200万円は、人が動くので120万円が人件費に消え、残るのは80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要約：社員1人で2.8拠点を見れば黒字。4年目に超える
なぜ最初は赤字なのか。社員1人にかかる費用は、給料や家賃を合わせて年713万円。1拠点から残るのは255万円。713を255で割ると2.8。つまり、社員1人で2.8拠点を見られれば黒字です。1年目から3年目は、人を先に雇うので2.8に届かず赤字。4年目に3.67となって黒字になります。合言葉は2.8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5年目の売上2億9,000万円のうち、57%は前の年までのお客様からの利用料です。新しいお客様が増えるたびに、雪だるまのように大きくなります。営業利益は4年目に黒字、5年目に6,900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要約：64万円かけて連れてきたお客様が、1,865万円残してくれる
最後に、お客様1拠点を連れてくる費用は約64万円。営業2人の人件費と広告費を、新しいお客様の数で割った数字です。一方、1拠点が7年間で残してくれる粗利は約1,865万円。約29倍です。64万円は3か月で回収できます。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【500万円・30秒】
要約：500万円で、6か月以内に1拠点を動かす
今回お願いする500万円は、試作品と1拠点の実証に使います。私の給料はゼロです。3か月で試作品、6か月で実証。その結果を持って、公庫の融資とベンチャーキャピタルの出資を受け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工場から記録が来て、照合・報告書・教材にして返す。下の流れがお金。工場から年300万円が入り、45万円がサーバー代、255万円が残って社員の費用をまかなう。社員1人で2.8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月240万円分の時間が浮くので、2か月で元が取れます。なぜ4年目まで赤字なのか。人を先に雇うからで、社員1人2.8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要約：300万・255万・2.8。この3つで話せる
まとめです。お客様が年300万円払う。255万円が残る。社員1人2.8拠点で黒字。この3つの数字で、すべて説明できます。詳しい計算の根拠は、別冊の理論武装版にまとめています。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ask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8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サーバー代を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お金を払うのは「工場」。窓口は工場長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熟練の職人。来年、定年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入社2年目。スマートグラス担当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山本工場長（50歳）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使うのは作業者、払うのは会社。だから「会社にとって得か」で値段を決める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このままだと、ラインが止まる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外径が振れとる。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温度を2度下げろ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工場長、青ざめる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報告書と写真整理で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技能継承の取組で最多は「ベテランに居続けてもらう」54.8%。デジタル化で継承が円滑になった企業は8.7%（ものづくり白書・JILPT）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払うのは工場（1拠点）。毎年300万円、初年度だけ導入支援200万円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097280" cy="109728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65760" y="36576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アプリとデータ置き場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記録するライン 20万円×5本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9385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322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教材づくり等 50万円×2つ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3225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74320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7980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79806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24612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31012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当社の担当者が約2か月、現場に入って設定する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 → 去年のお客様が、今年も払ってくれる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月25万円払うと、月240万円分の時間が浮く。約2か月で元が取れる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対象の作業者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746504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21408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21408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1人の書類作業が減る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502152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77056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77056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77056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632704" y="1097280"/>
            <a:ext cx="173736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32704" y="1170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32704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21945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1か月あたり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554480" y="2514600"/>
            <a:ext cx="371475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99107" y="2514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月25万円（初年度は導入支援込みで月42万円）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554480" y="3017520"/>
            <a:ext cx="3566160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645920" y="3017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240280"/>
            <a:ext cx="1104900" cy="13258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flipH="1">
            <a:off x="5623560" y="2057400"/>
            <a:ext cx="1691640" cy="6858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96712" y="2093976"/>
            <a:ext cx="15453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2か月で戻るなら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安い！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657600"/>
            <a:ext cx="8412480" cy="9875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02920" y="3657600"/>
            <a:ext cx="8138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元が取れるまで：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初年度の支払い 500万円 ÷ 月240万円 ＝ 約2.1か月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6時間÷20日＝1日あたり約18分。朝の日報と夕方の写真整理がなくなるイメージ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1時間4,000円って？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年収600万円×1.3（社会保険など）÷年1,950時間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利用料は85%が残る。導入支援は40%しか残らない。だから利用料を積み上げる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322326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013966"/>
            <a:ext cx="868680" cy="1826514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72135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267456"/>
            <a:ext cx="640080" cy="573024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974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担当者の人件費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1拠点あたりの金額。サーバー・AI代は売上の15%、導入支援の人件費は売上の60%と置いた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合言葉は「2.8」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社員1人で2.8拠点を見られれば黒字。4年目に超える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年713万円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</a:t>
            </a:r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17520"/>
            <a:ext cx="59436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017520"/>
            <a:ext cx="594360" cy="59436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017520"/>
            <a:ext cx="594360" cy="59436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3447288" y="2926080"/>
            <a:ext cx="146304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1人で、工場2.8か所を見る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6373368" y="2520142"/>
            <a:ext cx="502920" cy="127461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236208" y="228239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2.73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30拠点÷11人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7159752" y="2081107"/>
            <a:ext cx="502920" cy="1713653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022592" y="18433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3.67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55拠点÷15人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7946136" y="1808480"/>
            <a:ext cx="502920" cy="19862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808976" y="157073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4.25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85拠点÷20人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4617720" y="2486152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4663440" y="22392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黒字ライン 2.8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663440" y="1389888"/>
            <a:ext cx="210312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736592" y="1426464"/>
            <a:ext cx="1956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1〜3年目は人を先に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雇うから赤字。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4年目に線を越えて黒字！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社員1人の費用＝4年目の販管費1億700万円÷15人（給料のほか家賃・広告・交通費などを含む）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5年目の売上2億9,000万円のうち57%は、前の年までのお客様の利用料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0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64万円のエサで、1,865万円の魚を釣る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（営業2人の人件費1,600万円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約29倍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導入支援の粗利80万円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7年は控えめ。計画の解約率なら平均18年続く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64万円は約3か月で回収（64万円 ÷ 月21万円の粗利）。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目安は「LTVがCACの3倍以上」。当社は約29倍なので、お客様を増やすほど会社が強くなる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500万円で、6か月以内に最初の1拠点を動かす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創業者の給料はゼロ。すべて試作品と実証に使う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500万円の出資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試作品・端末・実証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報告書の時間がどれだけ減ったか実測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虎へのお返し（提案）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500万円で株式の10%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（出資前の会社の値段 4,500万円）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出口：上場、または事業会社への売却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お願い：実証先の工場のご紹介も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熟練者・若手・工場長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255万円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サーバー代45万円）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サーバー・AI代：売上の15%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社員1人：年713万円（給料・家賃など）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2.8拠点 以上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4年目に3.67となり黒字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営業利益 6,900万円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虎のツッコミ3つ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月240万円分の時間が浮くので、約2か月で元が取れます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根拠：100人×月6時間×4,000円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なんで4年目まで赤字なの？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人を先に雇うからです。社員1人2.8拠点を超えたら黒字です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根拠：713万円÷255万円＝2.8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左：虎（投資家）　右：社長（わたし）。細かい計算は「理論武装版」に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300万・255万・2.8。順番に言えば、お金の仕組みが全部つながる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お客様が1拠点で毎年払う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2か月で元が取れるから払う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サーバー代15%を引いた残り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4年目に超え、5年目は4.25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が1拠点あたり年300万円を払います。月240万円分の書類の時間が浮くので、2か月で元が取れます。当社にはサーバー代を引いた255万円が残り、社員1人で2.8拠点を見れば黒字です。人を先に雇うので3年目までは赤字ですが、去年のお客様が今年も払う積み上げ型なので、4年目に黒字、5年目に営業利益6,900万円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三現ワークスのもうけの仕組み</dc:title>
  <dc:subject>PptxGenJS Presentation</dc:subject>
  <dc:creator>PptxGenJS</dc:creator>
  <cp:lastModifiedBy>PptxGenJS</cp:lastModifiedBy>
  <cp:revision>1</cp:revision>
  <dcterms:created xsi:type="dcterms:W3CDTF">2026-10-09T12:53:30Z</dcterms:created>
  <dcterms:modified xsi:type="dcterms:W3CDTF">2026-10-09T12:53:30Z</dcterms:modified>
</cp:coreProperties>
</file>