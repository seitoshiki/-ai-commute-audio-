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9A9A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1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1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FCF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【0:00 - 0:30】
要約：つかみ
こんにちは。今日は、私が立ち上げる会社「カンツギ」の話をさせてください。カンツギは、勘を継ぐ、と書きます。割れたお茶碗を金でつなぐ「金継ぎ」ってありますよね。あれと同じで、途切れそうな現場の勘を、データでつなぐ会社です。10分で、何をやるのか、誰とやるのか、お金はどうなるのか、全部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【0:30 - 1:00】
要約：一言で
まず、一言で言うとこうです。メガネを掛けて、いつも通り働くだけ。それで日報と写真台帳ができあがる。使うのは、普段のメガネと同じくらい軽い、カメラ付きのAIグラスです。記録して、書類にして、最後は若手の教材にする。この三つを一続きでやります。お客さんは、関東の中堅の電気工事会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【1:00 - 1:35】
要約：なぜ今
じゃあ、なぜ今なのか。数字を三つだけ見てください。建設業で働く人の36.7%が、55歳以上です。2024年からは、建設業にも残業の上限ができました。原則、月45時間です。そして、やり直しの工事、いわゆる手戻りは、建設全体で年1.5兆円と見積もれます。人は減る、時間は増やせない、ミスは高くつく。だから、熟練の人の勘を残す仕組みが、今いる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【1:35 - 2:05】
要約：理由と想い
ここで少し、私自身の話をさせてください。私は電線メーカーで、地中送電線の施工管理を5年やってきました。そこで何度も見たのが、ベテランの「ここが大事なんだよ」という判断が、手順書に書かれないまま、退職と一緒に消えていく場面です。現場のこともAIのことも分かる人は、まだ多くありません。だから、私が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【2:05 - 2:35】
要約：使い方
使い方はシンプルです。メガネは全員には配りません。1つの班に1台、職長さんが掛けます。1つの支店で10台です。撮るのは作業エリアだけ。休憩中や移動中は撮りません。録画はメガネの中に残して、作業の区切りや「ここ撮って」という声の場面だけをAIに送ります。そこから写真台帳と日報ができて、ベテランの判断は教材として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【2:35 - 3:15】
要約：競合
正直に言います。ほぼ同じ方向のサービスを、日立グループがもうやっています。ビルの保守で安全を見守るAI Safety、それから日立パワーソリューションズの、変電設備の点検でミスを見つけるAIです。技術と規模では、正直かないません。だから、ずらします。日立は大手の保守と安全。私たちは、中堅の電気工事会社の、工事そのものの書類と、技能の継承です。月額で、2か月で使い始められる形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【3:15 - 3:55】
要約：スタッフ
一緒に働くメンバーです。5年目に23人の会社にします。カギは三つの役割です。映像AIを作るエンジニア。電気工事の経験が10年以上あって、映像のどこが大事かを見分ける現場監修。そして、お客さんの現場に入って、その会社の書類の形に合わせて設定する導入コンサルタント。この設定は外注しません。社内でやるから、ノウハウが会社に貯まるんです。私の役割は、最初の営業と、判断の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【3:55 - 4:30】
要約：経営理念
経営理念は、「現場の勘を、次の担い手へ。」です。ホームページでも、最初にこの言葉を出します。大事にしたいことは三つ。現場を主役にすること。入力の手間は増やしません。勘に敬意を払うこと。記録は本人の同意のもとで、誰の技術かを残します。そして、数字で約束すること。効果は毎月測って見せます。特に現場の方には、これは監視じゃない、あなたの技術を残す仕組みだ、と伝え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【4:30 - 5:05】
要約：お客さんの得
では、お客さんはいくら得をするのか。メガネを掛けた班で、職長さんの日報が1日15分、施工管理者の写真整理が20分減るとします。10台で計算すると、年に約500万円分の時間です。払っていただくのは、利用料とメガネのリースで約332万円。だいたい1.5倍ですね。逆に言うと、1台1日23分減れば元が取れます。ここを、最初の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【5:05 - 5:40】
要約：稼ぎ方
私たちの稼ぎ方です。会社の基盤に月5万円、メガネ1台に月2万円。10台で月25万円、年300万円です。報告書の形に整えるところまで、この中に入っています。ここからAIと保存の費用を引くと、1拠点あたり年216万円が残ります。粗利率は72%。スマホの家族プランと同じで、去年のお客さんが今年も払ってくれるので、売上は雪だるま式に積み上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【5:40 - 6:10】
要約：5年の計画
5年の計画です。1年目は3社で試してもらうところから。5年目には81拠点、売上は約2.7億円です。ただ、ここは正直に言います。人を先に雇うので、5年間はずっと赤字です。5年目もまだ約11百万円の赤字。これを隠さずにお見せしたうえで、じゃあ10年ならどうか、を次で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要約：10年
同じ計算を10年まで延ばしました。5年目までの計画は変えずに、6年目からは採用のペースを落とします。すると、1拠点10台のままでも、6年目に黒字になって、8年目には5年分の赤字を取り戻します。10年目の利益は約190百万円。もし、効果が出た班からメガネを15台に増やしてもらえたら、5年目で黒字です。時間を味方にできる事業だ、という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【6:45 - 7:15】
要約：資金
お金は、自分の資金でまかないます。合計で約2.55億円です。ただ、一度に全部は入れません。最初は500万円で試作品と実証。実証で合格したら、1年目に2億円。3年目に、お客さんが続けてくれていたら、5,000万円を追加します。そして、止まる線も先に決めておきます。実証で1台1日15分も減らなかったら、撤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【7:15 - 7:45】
要約：段階ごとの課題
それぞれの段階の課題です。準備期は、本当に効果が出るか。普段使いのメガネは、録画の長さや電池に限りがあります。導入期は、売れるか、使い続けてもらえるか。成長期は、メガネの台数と、人を採れるか。そして成熟期は、日立のような大手との競争です。どの段階にも、進む条件と止まる条件を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要約：弱いところ
最後に、自分で計画を疑って見つけた弱いところです。一つ目、普段使いのメガネは、現場にはまだ弱い。落としたら壊れるし、保護めがねの規格も確認が必要です。二つ目、年300万円という値段は、まだ誰にも確かめていません。三つ目、10台のままだと、5年では黒字になりません。四つ目、日立が中堅向けに来たら、ブランドでは負けます。だからこそ、最初の6か月で、ここを一つずつ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要約：締め
最後に、私の願いです。10年続けば、書類に使っていた約137万時間が、現場と若手の指導に戻ります。私にとって、利益は目的ではなく、続けるための条件です。配当は求めません。共感してくれる会社や職人さんと一緒に、育てていきたい。日本の現場の勘を、次の担い手へ。その最初の一歩として、6か月で、最初の1拠点を動かします。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74320"/>
            <a:ext cx="1051560" cy="2253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011680" cy="4310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14300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5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 × 電気工事。メガネを掛けて働くだけで、書類と教材ができる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48640" y="3840480"/>
            <a:ext cx="4206240" cy="54864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　事業計画（10分）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029200" y="38404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メガネを掛けるだけで、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日報と台帳ができる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普段のメガネと同じ軽さのAIグラスで、熟練者の作業を記録する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AIグラスが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要所を自動で撮る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4612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290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写真台帳・日報を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各社の形で作る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87044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26480" y="1920240"/>
            <a:ext cx="2606040" cy="2148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ベテランの判断を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若手に渡す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お客様：関東の中堅の電気工事会社　／　1拠点10台で年300万円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人は減る。時間は増やせない。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ミスは高くつく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だから今、熟練者の勘を残す仕組みが要る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55歳以上（2024年）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3756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2024年から建設業にも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残業の上限（原則）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年1.5兆円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（建設投資×2%で推計）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41605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出典：国土交通省（労働力調査 2024年）、労働基準法、国交省 建設投資見通し×海外研究の手戻り率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熟練者が辞めると、判断の理由も一緒に消える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理由と想い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ベテランの勘が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消えていくのを見てきた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選んだ理由は3つ。払う理由がある市場、使える技術、そして自分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8288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人手不足と残業の上限。お金を払ってでも解きたい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39572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見て理解するAIと、50gのAIグラスが実用に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05840" cy="475488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6265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地中送電線の施工管理5年。AIも自分で作れる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577840" y="1828800"/>
            <a:ext cx="3200400" cy="22860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76072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想い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割れた器を金で継ぐ「金継ぎ」のように、途切れそうな現場の勘を、データで継ぐ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社名「カンツギ（勘継）」は、この想いから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職長が掛ける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だけ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全員には配らない。撮るのは作業エリアの、大事な場面だけ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28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1班に1台、職長が掛ける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3957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1支店10台（5現場×2班）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962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作業エリアだけ。休憩・移動は撮らない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529584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作業の区切り・「ここ撮って」の声の場面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60720" y="182880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190195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約50g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45973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カメラ付きAIグラス（普段のメガネの重さ）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01752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97880" y="309067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8台＋2台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5897880" y="364845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記録用8台＋図面を映す表示付き2台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録画はメガネに残し、AIに送るのは選んだ場面だけ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競合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日立と同じ方向。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だから、ずらす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日立グループ（AI Safety・日立パワーソリューションズ）は、大手の保守と安全から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10512"/>
            <a:ext cx="1234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810512"/>
            <a:ext cx="3474720" cy="402336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1810512"/>
            <a:ext cx="3520440" cy="402336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2677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2677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設備の保守・点検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2677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電気工事の施工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65760" y="26974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27249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自社・大手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27249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65760" y="31546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31821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9164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安全・ミスの照合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31821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書類の削減と技能継承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5760" y="36118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760" y="36393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買い方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36393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個別の開発・保守契約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36393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月額・2か月で導入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65760" y="40690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技術と規模では勝てない。勝負は「施工の型」を先に揃えること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スタッフ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23人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。カギは3つの役割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帳票の設定は外注せず、社内のコンサル部隊で。ノウハウを会社に貯める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エンジニア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1→5人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映像AIとデータ基盤をつくる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0040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現場監修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1→2人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電気工事10年以上。映像の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大事な場面を見分ける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3504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導入コンサル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1→8人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現場に入り、各社の書類の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形に合わせて設定する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7673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私の役割：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最初の営業と、判断の基準をつくること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ほかにCTO・営業・管理・戦略企画。社外の技術顧問と業界の顧問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経営理念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7724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36576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現場を主役に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入力の手間を増やさない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20040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勘に敬意を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本人の同意で、誰の技術かを残す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03504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数字で約束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効果を毎月測って見せる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現場で働く方へ：これは監視ではなく、あなたの技術を残す仕組みです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払う額の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約1.5倍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が、時間で戻る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1拠点10台。職長の日報15分＋施工管理者の写真整理20分が、1台1日で減る想定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書類の時間だけで計算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332万円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お客様が払う額（年）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利用料＋グラスのリース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元が取れるのは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手戻りが減れば、さらに上乗せ（実証で測ってから足す）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月25万円の利用料が、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毎年積み上がる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 月5万円 ＋ メガネ1台 月2万円 × 10台。初年度だけ導入支援200万円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1拠点（10台）の利用料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報告書の形に整えるまで込み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84万円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メガネ1台 月約6,000円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 72%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1拠点を獲得する費用 約86万円に対し、7年で約1,571万円が残る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5年は赤字。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それでも隠さず見せる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人を先に雇うので、5年目までは赤字が続く（百万円）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280160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145536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61888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70064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860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拠点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961888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370064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27432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145536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53712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961888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370064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2004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737360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145536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4553712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107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961888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370064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269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6576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営業損益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145536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553712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▲37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961888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▲39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7370064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▲11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5年目：81拠点・売上約2.7億円。黒字まで、あと約6拠点分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10年で見れば、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6年目に黒字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5年目までは変えずに延長。6年目から採用のペースを落とすと、8年目に赤字を取り戻す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78308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943600" y="178308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080760" y="185623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190百万円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080760" y="249631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10年目の営業利益（10台）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0" y="310896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80760" y="318211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5年目に黒字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382219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効果が出た班から15台に増やせたら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積み上げ型なので、時間が味方になる（百万円）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自己資金を、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線を越えたときだけ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約2.55億円。資金が豊富でも、一度に全部は使わない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条件：試作品と実証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0" y="1828800"/>
            <a:ext cx="2651760" cy="1645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2億円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条件：実証で1台1日23分以上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3504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条件：継続率90%・平均12台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3611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止まる線：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実証で1台1日15分も減らなければ撤退。2年目末に平均12台に届かなければ採用を止める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融資・出資は使わない。返済も利息もない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段階ごとに、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一番の課題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は変わる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それぞれに「進む条件」と「止まる条件」を置いている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2011680" cy="457200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効果が出るか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メガネの電池と録画の制約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2496312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496312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06040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売れるか・続くか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300万円を払うか、監視と思われないか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626864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626864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36592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台数と人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10台では黒字にならない・採用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757416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57416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867144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大手との競争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867144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日立が中堅・施工に来たら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準備期の6か月で、最初の課題「効果が出るか」を確かめる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自分で見つけた、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計画の弱いところ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隠さず、確かめ方とセットで示す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普段使いのメガネは、現場に弱い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落下・粉じん・保護めがねの規格。実機で1日使って確かめる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50592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505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年300万円は、まだ未検証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試験導入の3社に値段を聞く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3072384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0723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10台のままでは、5年で黒字にならない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効果が出た班から台数を増やす提案を仕組みに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694176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69417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日立が来たら、ブランドで負ける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施工の書類の型を先に揃える。提携も選ぶ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弱みを先に言い、止まる線を先に引く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315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儲けより、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残したいものがある。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731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10年で現場に戻る時間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約137万時間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約49億円分の書類の時間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利益は目的ではなく、続けるための条件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配当は求めず、現場と開発に戻す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297180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見返りを求めない投資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017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共感する会社・職人と一緒に育てる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それでも止まる線は守る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資金は有限。続けられる形を探す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0" y="4206240"/>
            <a:ext cx="9144000" cy="621792"/>
          </a:xfrm>
          <a:prstGeom prst="rect">
            <a:avLst/>
          </a:prstGeom>
          <a:solidFill>
            <a:srgbClr val="FFE14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20624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日本の現場の勘を、次の担い手へ。最初の一歩として、6か月で1拠点を動かします。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事業計画書（10分・16枚版）</dc:title>
  <dc:subject>PptxGenJS Presentation</dc:subject>
  <dc:creator>PptxGenJS</dc:creator>
  <cp:lastModifiedBy>PptxGenJS</cp:lastModifiedBy>
  <cp:revision>1</cp:revision>
  <dcterms:created xsi:type="dcterms:W3CDTF">2026-10-16T05:51:49Z</dcterms:created>
  <dcterms:modified xsi:type="dcterms:W3CDTF">2026-10-16T05:51:49Z</dcterms:modified>
</cp:coreProperties>
</file>