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カンツギの事業構想を発表します。カンツギは「勘を継ぐ」。金継ぎのように、途切れそうな現場の勘をデータで継ぎます。メイド・イン・ジャパンの品質を支えてきたのは、現場の熟練者の勘です。その勘は、記録に残らないまま、退職とともに失われつつあります。この会社の存在意義は「現場の勘を次の担い手へ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要約：一人称の作業データを撮り続け、報告を自動にし、人とAIの教材にする
設問①、解決策です。目指すのは、引退した熟練者が隣で教えてくれるような現場です。道具はスマートグラスやヘルメットカメラです。作業者の一人称の動画と会話を、常に撮り続けます。記録のために写真を撮ったり、入力したりする必要はありません。生成AIが映像と会話から、条件・処置・理由を取り出し、ロットや設備のデータ、図面と紐づけます。使い道は三つです。若手には、図面や作業手順を現物に重ねて、違いを知らせます。管理者には、報告書の手順に沿って写真を抜き出し、当日の作業報告書を自動で作ります。現場代理人が立会に行けなくても、遠隔で確認できます。そして後からは、勘どころを教材にして当社が届けます。これを3段階で進めます。まず記録と報告の自動化、次に図面との照合と品質管理、手順ごとの解説動画の自動生成。最後に、蓄積した一人称の動画で作業そのものをAIに学ばせ、ロボットに渡すフィジカルAIへ進みます。ここで大事なのは、記録することと理解することは違う、という点です。映像のどの場面が重要かを見分けられるのは、現場を知る人です。当社は、現場経験者が映像に意味を付け、人のレビューで学習を回し続ける仕組みを作ります。常時収録は、作業時間と作業エリアに限り、本人の同意のもと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浮く工数の中心は、日報や進捗報告といった書類作業で、グラスの自動報告で置き換わる部分です。月6時間という値は、建設業の書類電子化の実績を当てはめた仮定です。当社から見ると、利用料は粗利率85%で毎年積み上がり、導入支援は粗利率40%で一度きりです。なお、スマートグラス端末の費用はこの試算に含め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スマートグラスで手順を表示するAR作業支援も各社にあります。正直に言えば、それぞれの部品は他社にもあります。分かれるのは組み合わせと対象です。連続工程の現場で、会話から自動で貯め、現物に重ねてその場で渡し、さらに教材にまでする会社はまだありません。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ボトルネック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現場の勘を次の担い手へ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勘継＝金継ぎのように現場の勘を継ぐ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一人称の動画と会話を撮り続け、報告は自動に。データは人の教材になり、やがてフィジカルAIの先生になる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グラス・カメラ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作業者の一人称動画と会話を常時収録。記録のための撮影や入力は不要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市販の端末。構造化を現場に求めない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映像と会話から「条件・処置・理由」を取り出し、ロット・設備データ・図面と紐づける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管理者へ：写真を抽出し、報告書を自動作成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3957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3段階で進化する（製品戦略：記録と報告から始め、フィジカルAIへ）</a:t>
            </a:r>
            <a:endParaRPr lang="en-US" sz="950" dirty="0"/>
          </a:p>
        </p:txBody>
      </p:sp>
      <p:sp>
        <p:nvSpPr>
          <p:cNvPr id="23" name="stage-1"/>
          <p:cNvSpPr/>
          <p:nvPr/>
        </p:nvSpPr>
        <p:spPr>
          <a:xfrm>
            <a:off x="36576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576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1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段階1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・一人称動画と会話を常時収録。写真撮影は不要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・報告書の手順に沿って写真を抽出し、日報を自動作成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・立会できなくても遠隔で確認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基盤・KNACK（教材）</a:t>
            </a:r>
            <a:endParaRPr lang="en-US" sz="800" dirty="0"/>
          </a:p>
        </p:txBody>
      </p:sp>
      <p:sp>
        <p:nvSpPr>
          <p:cNvPr id="28" name="stage-2"/>
          <p:cNvSpPr/>
          <p:nvPr/>
        </p:nvSpPr>
        <p:spPr>
          <a:xfrm>
            <a:off x="192024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92024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99339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段階2　3〜4年目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99339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・図面・手順と現物を照合し差異を検出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・手順ミスを履歴で後追い確認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・手順ごとの解説動画をAIが生成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99339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SAFE・GLASS・TWIN・DRAW</a:t>
            </a:r>
            <a:endParaRPr lang="en-US" sz="800" dirty="0"/>
          </a:p>
        </p:txBody>
      </p:sp>
      <p:sp>
        <p:nvSpPr>
          <p:cNvPr id="33" name="stage-3"/>
          <p:cNvSpPr/>
          <p:nvPr/>
        </p:nvSpPr>
        <p:spPr>
          <a:xfrm>
            <a:off x="3474720" y="2651760"/>
            <a:ext cx="1463040" cy="184708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段階3　5年目〜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54787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・蓄積した一人称動画で作業をAIが学習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・学んだ手順をロボット・検査AIへ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・力加減は触覚シミュレーターで訓練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54787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HAPTIC・FLOW（R&amp;D）</a:t>
            </a:r>
            <a:endParaRPr lang="en-US" sz="800" dirty="0"/>
          </a:p>
        </p:txBody>
      </p:sp>
      <p:sp>
        <p:nvSpPr>
          <p:cNvPr id="38" name="rnd"/>
          <p:cNvSpPr/>
          <p:nvPr/>
        </p:nvSpPr>
        <p:spPr>
          <a:xfrm>
            <a:off x="5120640" y="2395728"/>
            <a:ext cx="36576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30368" y="244144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R&amp;D戦略：記録ではなく「理解」をつくる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2688336"/>
            <a:ext cx="3438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記録と理解は違う。どの場面が重要かを見分けられるのは、現場を知る人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映像・音声の記録とAI構造化は汎用技術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現場経験者が映像に意味（手順・重要場面）を付け、人のレビューで学習を回し続ける仕組み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グラス・ヘルメットカメラ・CAD・3Dはメーカー・大学と</a:t>
            </a:r>
            <a:endParaRPr lang="en-US" sz="850" dirty="0"/>
          </a:p>
        </p:txBody>
      </p:sp>
      <p:sp>
        <p:nvSpPr>
          <p:cNvPr id="41" name="onboarding"/>
          <p:cNvSpPr/>
          <p:nvPr/>
        </p:nvSpPr>
        <p:spPr>
          <a:xfrm>
            <a:off x="5120640" y="3858768"/>
            <a:ext cx="3657600" cy="5303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30368" y="3858768"/>
            <a:ext cx="3438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当社の担当者が現場に入り、聞き取り・帳票の移行・研修まで行う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カンツギ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カンツギ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創業者がボトルネックになる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事業構想</dc:title>
  <dc:subject>PptxGenJS Presentation</dc:subject>
  <dc:creator>PptxGenJS</dc:creator>
  <cp:lastModifiedBy>PptxGenJS</cp:lastModifiedBy>
  <cp:revision>1</cp:revision>
  <dcterms:created xsi:type="dcterms:W3CDTF">2026-10-20T03:13:24Z</dcterms:created>
  <dcterms:modified xsi:type="dcterms:W3CDTF">2026-10-20T03:13:24Z</dcterms:modified>
</cp:coreProperties>
</file>