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三現ワークスの事業構想を発表します。三現とは、現場・現物・現実のことで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要約：引退した熟練者が隣で教えてくれる現場をつくる。差別化は、教材にして届けること
設問①、解決策です。目指すのは、引退した熟練者が隣で教えてくれるような現場です。熟練者は、異常に対処したらタブレットに音声で一言残すだけです。構造化を現場に求めない設計で、これは国の人工知能基本計画の方針とも一致します。生成AIがそれを条件・処置・理由に分けて事例にします。ただ、記録と整理はすでに他社も手がけており、当社の差別化にはなりません。差別化は三つ目です。指導役が足りない事業所は59.5%、育成の時間がない事業所は47.4%あります。貯めたデータから教材を作る作業が現場に残ると、使われません。だから当社が、連続工程の勘どころを研修資料、通勤中に聞ける音声番組、短い動画にして届けます。教材化は初年度から提供し、その後、危険箇所の表示、3Dの仮想工場、音声での作図と渡し方を増やします。技術は作らない部分を決めています。音声記録やAIの構造化は汎用技術を使い、自前開発は工程データとの紐づけと教材化の手順に集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ただし月6時間の削減は、建設業の書類電子化の実績を当てはめた仮定です。当社から見ると、利用料は粗利率85%で毎年積み上がり、導入支援は粗利率40%で一度きりです。お客様が増えるほど、利用料が積み上がっていく構造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正直に言えば、貯める部分は当社とほぼ同じ設計です。これは、この課題に市場があることの証明だと考えています。分かれるのは渡す部分です。どの会社も、貯めたものを教材にして届けるところまではやっていません。また、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発表者：＿＿＿＿＿＿＿＿＿＿　　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記録と整理は手段。差別化は③：連続工程の勘どころを、研修資料・音声番組・動画にして当社が届ける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24128"/>
            <a:ext cx="2578608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記録する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熟練者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異常に対処したら、タブレットに音声で一言残す。例「湿度が高いので温度を2℃下げた」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2029968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記録アプリ（音声）。構造化を現場に求めない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545336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24128"/>
            <a:ext cx="2578608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5331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一言を「条件・処置・理由」に分けて文章化し、ロット・設備データと紐づけて事例にする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2029968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545336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24128"/>
            <a:ext cx="2578608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24128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2412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教材にして渡す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当社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5331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指導役が足りず（59.5%）、育成の時間もない（47.4%）(2)。だから教材は当社が作って届ける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29968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生成AIで台本→当社が監修→配信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542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渡し方を増やす（製品戦略：教材化を初年度から、追加機能は年1本ずつ）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5760" y="27889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336" y="27889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27889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444752" y="27889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2048256" y="2788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記録・過去事例の検索（全顧客）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517136" y="27889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65760" y="30175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2336" y="30175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30175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KNACK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444752" y="30175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2048256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勘どころの音声番組・動画・研修資料を制作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517136" y="30175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32461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02336" y="32461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32461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1444752" y="32461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2048256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手順書を開くと過去の事故・ヒヤリ地点を表示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517136" y="32461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365760" y="34747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02336" y="34747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822960" y="34747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TWIN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1444752" y="34747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3D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2048256" y="3474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3D仮想工場でレイアウト・ラインの流れを試算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4517136" y="34747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65760" y="37033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336" y="37033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2960" y="3703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DRAW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1444752" y="37033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2048256" y="3703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登録したパターンを音声指示でCAD作図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517136" y="37033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65760" y="3931920"/>
            <a:ext cx="4572000" cy="228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4" name="Shape 51"/>
          <p:cNvSpPr/>
          <p:nvPr/>
        </p:nvSpPr>
        <p:spPr>
          <a:xfrm>
            <a:off x="365760" y="39319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02336" y="39319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研究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2960" y="39319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1444752" y="39319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触覚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2048256" y="3931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力加減を体験できる訓練シミュレーター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4517136" y="39319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365760" y="4160520"/>
            <a:ext cx="4572000" cy="228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1" name="Shape 58"/>
          <p:cNvSpPr/>
          <p:nvPr/>
        </p:nvSpPr>
        <p:spPr>
          <a:xfrm>
            <a:off x="365760" y="41605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02336" y="416052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研究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822960" y="41605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1444752" y="4160520"/>
            <a:ext cx="60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2048256" y="4160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搬送ロボット・検査AIへ条件を直接渡す</a:t>
            </a:r>
            <a:endParaRPr lang="en-US" sz="800" dirty="0"/>
          </a:p>
        </p:txBody>
      </p:sp>
      <p:sp>
        <p:nvSpPr>
          <p:cNvPr id="66" name="Text 63"/>
          <p:cNvSpPr txBox="1"/>
          <p:nvPr/>
        </p:nvSpPr>
        <p:spPr>
          <a:xfrm>
            <a:off x="4517136" y="4160520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</a:t>
            </a:r>
            <a:endParaRPr lang="en-US" sz="800" dirty="0"/>
          </a:p>
        </p:txBody>
      </p:sp>
      <p:sp>
        <p:nvSpPr>
          <p:cNvPr id="67" name="Shape 64"/>
          <p:cNvSpPr/>
          <p:nvPr/>
        </p:nvSpPr>
        <p:spPr>
          <a:xfrm>
            <a:off x="365760" y="4389120"/>
            <a:ext cx="45720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8" name="rnd"/>
          <p:cNvSpPr/>
          <p:nvPr/>
        </p:nvSpPr>
        <p:spPr>
          <a:xfrm>
            <a:off x="5120640" y="2542032"/>
            <a:ext cx="3657600" cy="12070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230368" y="2587752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R&amp;D戦略（技術開発）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5230368" y="2834640"/>
            <a:ext cx="3438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音声記録・AI構造化は汎用技術。自前開発は最小限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連続工程の工程データとの紐づけ、教材化の手順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CAD・3D・触覚デバイスはベンダー・大学と共同研究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試作済み：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ニュース要約→音声合成→ポッドキャスト自動配信を個人で実装</a:t>
            </a:r>
            <a:endParaRPr lang="en-US" sz="850" dirty="0"/>
          </a:p>
        </p:txBody>
      </p:sp>
      <p:sp>
        <p:nvSpPr>
          <p:cNvPr id="71" name="onboarding"/>
          <p:cNvSpPr/>
          <p:nvPr/>
        </p:nvSpPr>
        <p:spPr>
          <a:xfrm>
            <a:off x="5120640" y="3840480"/>
            <a:ext cx="365760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5230368" y="3877056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5230368" y="4114800"/>
            <a:ext cx="3438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当社の担当者が現場に入り、熟練者への聞き取り・帳票の移行・現場研修まで行う</a:t>
            </a:r>
            <a:endParaRPr lang="en-US" sz="850" dirty="0"/>
          </a:p>
        </p:txBody>
      </p:sp>
      <p:sp>
        <p:nvSpPr>
          <p:cNvPr id="74" name="Text 71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厚生労働省「令和6年度 能力開発基本調査」（2025年6月公表）。R&amp;D行は製品化前の売上を計画に含めない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横軸は経過月数。時間単価4,000円（780万円÷1,950h）×月6h×100名＝月240万円。月6hは建設業の書類電子化実績を準用した仮定。年300万円は顧客効果の約1割（価値基準価格）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判断の理由を扱う会社は現れた。連続工程の現場処置を、教材にして届ける会社はまだない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19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1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3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5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音声で一言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当社が制作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hreat"/>
          <p:cNvSpPr/>
          <p:nvPr/>
        </p:nvSpPr>
        <p:spPr>
          <a:xfrm>
            <a:off x="4526280" y="31455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636008" y="31455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82219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365760" y="45537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事業構想</dc:title>
  <dc:subject>PptxGenJS Presentation</dc:subject>
  <dc:creator>PptxGenJS</dc:creator>
  <cp:lastModifiedBy>PptxGenJS</cp:lastModifiedBy>
  <cp:revision>1</cp:revision>
  <dcterms:created xsi:type="dcterms:W3CDTF">2026-10-08T12:28:36Z</dcterms:created>
  <dcterms:modified xsi:type="dcterms:W3CDTF">2026-10-08T12:28:36Z</dcterms:modified>
</cp:coreProperties>
</file>