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36</c:v>
                </c:pt>
                <c:pt idx="3">
                  <c:v>90</c:v>
                </c:pt>
                <c:pt idx="4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要約：数字は3つだけ。300万円、255万円、3拠点
カンツギです。今日はお金の仕組みを、3つの数字だけでお話しします。お客様が1拠点で年300万円払う。そのうち255万円が当社に残る。社員1人で3拠点を見られれば黒字。この3つです。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協力会社にも同じ形で使ってもらいます。関東の中堅735社のうち、半分近くに会い、4社に1社と契約できれば、5年で約83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要約：1拠点 年300万円。初年度だけ導入支援200万円
では、誰が何にいくら払うのか。払うのは電気工事会社です。1拠点、つまり1つの支店や営業所で、年300万円。月にすると25万円です。中身は、アプリとデータ置き場の基本料が100万円、記録する工区や現場の数で100万円、教材づくりなどの追加機能で100万円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要約：月25万円払って、月240万円浮く。約2か月で元が取れる
なぜ工事部長は払うのか。施工管理者と電工が100人の会社で、1人あたり日報や写真整理が月6時間減ると、時給4,000円換算で月240万円分の時間が浮きます。初年度の支払いは500万円なので、約2か月で元が取れます。月6時間とは、1日あたり約18分。朝の日報と夕方の写真整理がなくなる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要約：浮くのは時間だけじゃない。3つ合わせて年4,200万円
工事部長が得するのは、書類の時間だけではありません。やり直しが2割減ると、完成工事高30億円の会社で年1,200万円。新人の指導の時間が減って年144万円。書類の時間と合わせて、年約4,200万円です。払うのは300万円なので、約14倍。浮いた時間は3.7人分。人を増やせない今、3.7人分の余力で、断っていた工事を受け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要約：利用料300万円のうち255万円が残る。だから利用料を積み上げる
次に、当社の財布に何が残るか。300万円の利用料のうち、サーバーやAIの費用は15%の45万円。255万円が残ります。導入支援の200万円は、担当者が2か月現場に入るので、その人件費の約133万円が消え、残るのは約67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要約：社員1人で3拠点を見れば黒字。4年目に超える
なぜ最初は赤字なのか。社員1人にかかる費用は、給料や家賃を合わせて年約690万円。1拠点から残るのは255万円。690を255で割ると2.7。ただ、新しいお客様は最初の年は半年分しか払わないので、年度末に数えると1人3拠点が目安です。ここで言う社員は、営業だけでなく技術やサポートの人も含めた全員です。1年目から3年目は、人を先に雇うので3に届かず赤字。4年目に3.44となって黒字になります。合言葉は3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5年目の売上2億9,000万円のうち、57%は前の年までのお客様からの利用料です。新しいお客様が増えるたびに、雪だるまのように大きくなります。営業利益は4年目に黒字、5年目に約6,100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要約：88万円かけて連れてきたお客様が、1,850万円残してくれる
お客様1拠点を連れてくる費用は約88万円。営業3人の人件費と広告費を、新しいお客様の数で割った数字です。一方、1拠点が7年間で残してくれる粗利は約1,850万円。約21倍です。88万円は約4か月で回収できます。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要約：計画の6割取れれば黒字。届かなければ、先に決めた線で止まる
うまくいかなかったらどうするか。新しいお客様が計画の何割取れたら大丈夫かを計算しました。採用を実績に合わせて遅らせれば、計画の6割で黒字になります。5割を割ると黒字になりません。危ないのは、お客様が増えていないのに人を雇い続けることです。だから止まる線を先に決めます。1年目の終わりに、試してくれた3社のうち2社以上が本契約なら進む。1社なら値段とお客様を見直す。0社なら撤退か方向転換。2年目に新しい拠点が5つに届かなければ、採用を止めます。それと、この計画は出資を受けられることが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【500万円・30秒】
要約：500万円で、6か月以内に1拠点を動かす
今回お願いする500万円は、試作品と1拠点の実証に使います。私の給料はゼロです。3か月で試作品、6か月で実証。その結果を持って、公庫の融資とベンチャーキャピタルの出資を受け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年300万円が入り、45万円がサーバー代、255万円が残って社員の費用をまかなう。社員1人で3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月240万円分の時間が浮くので、2か月で元が取れます。なぜ4年目まで赤字なのか。人を先に雇うからで、社員1人3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要約：300万・255万・3。この3つで話せる
まとめです。お客様が年300万円払う。255万円が残る。社員1人3拠点で黒字。この3つの数字で、すべて説明できます。詳しい計算の根拠は、別冊の理論武装版にまとめています。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ask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8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サーバー代を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壁の図面が、手元に出る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約2mのケーブルジョイント。わら半紙の組立図を見に行く往復をなくす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3EBDD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7" name="Shape 13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4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B8692E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039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E5C9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関東の中堅735社 → 会う45% → 契約25% ＝ 約83社。大手1社を目玉の事例にして協力会社へ広げる（率は仮定）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払うのは電気工事会社（1拠点＝支店・営業所）。毎年300万円、初年度だけ導入支援200万円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アプリとデータ置き場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現場登録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記録する工区・現場 20万円×5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9385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322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教材づくり等 50万円×2つ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3225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74320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7980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79806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24612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31012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当社の担当者が約2か月、現場に入って設定する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 → 去年のお客様が、今年も払ってくれる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月25万円払うと、月240万円分の時間が浮く。約2か月で元が取れる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746504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21408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21408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1人の書類作業が減る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502152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77056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77056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77056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632704" y="1097280"/>
            <a:ext cx="173736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32704" y="1170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32704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21945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1か月あたり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554480" y="2514600"/>
            <a:ext cx="371475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99107" y="2514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月25万円（初年度は導入支援込みで月42万円）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554480" y="3017520"/>
            <a:ext cx="3566160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645920" y="3017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240280"/>
            <a:ext cx="1104900" cy="13258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flipH="1">
            <a:off x="5623560" y="2057400"/>
            <a:ext cx="1691640" cy="6858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96712" y="2093976"/>
            <a:ext cx="15453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2か月で戻るなら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安い！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657600"/>
            <a:ext cx="8412480" cy="9875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02920" y="3657600"/>
            <a:ext cx="8138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元が取れるまで：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初年度の支払い 500万円 ÷ 月240万円 ＝ 約2.1か月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6時間÷20日＝1日あたり約18分。朝の日報と夕方の写真整理がなくなるイメージ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1時間4,000円って？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年収600万円×1.3（社会保険など）÷年1,950時間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つづき ─ 浮くのは時間だけじゃない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時間・やり直し・新人の指導。3つ合わせて年約4,200万円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891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書類・報告の時間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3891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年2,880万円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891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100人×月6時間×12か月×4,000円</a:t>
            </a:r>
            <a:endParaRPr lang="en-US" sz="750" dirty="0"/>
          </a:p>
        </p:txBody>
      </p:sp>
      <p:sp>
        <p:nvSpPr>
          <p:cNvPr id="10" name="Text 6"/>
          <p:cNvSpPr txBox="1"/>
          <p:nvPr/>
        </p:nvSpPr>
        <p:spPr>
          <a:xfrm>
            <a:off x="2084832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31343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手戻り・施工ミス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231343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年1,200万円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31343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完成工事高30億円×手戻り2%×削減20%</a:t>
            </a:r>
            <a:endParaRPr lang="en-US" sz="750" dirty="0"/>
          </a:p>
        </p:txBody>
      </p:sp>
      <p:sp>
        <p:nvSpPr>
          <p:cNvPr id="16" name="Text 11"/>
          <p:cNvSpPr txBox="1"/>
          <p:nvPr/>
        </p:nvSpPr>
        <p:spPr>
          <a:xfrm>
            <a:off x="3959352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18795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新人の指導時間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418795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年144万円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418795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新人5人×年240時間×削減30%×4,000円</a:t>
            </a:r>
            <a:endParaRPr lang="en-US" sz="750" dirty="0"/>
          </a:p>
        </p:txBody>
      </p:sp>
      <p:sp>
        <p:nvSpPr>
          <p:cNvPr id="22" name="Shape 16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年4,224万円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払うのは300万円 → 約14倍</a:t>
            </a:r>
            <a:endParaRPr lang="en-US" sz="12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人を増やせない今、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3.7人分の余力は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ありがたい！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 年7,200時間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＝3.7人分。残業上限の2割の余力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前提を全部半分にしても：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年約2,100万円・約7倍。思いだけでなく、お金で得する仕組み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利用料は85%が残る。導入支援は3分の1しか残らない。だから利用料を積み上げる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322326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013966"/>
            <a:ext cx="868680" cy="1826514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72135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360572"/>
            <a:ext cx="640080" cy="47990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30679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67万円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133万円は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担当者2か月分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の人件費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1拠点あたりの金額。サーバー・AI代は売上の15%（大事な場面だけ送る前提）。導入支援の人件費は800万円×2か月÷12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合言葉は「3」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社員1人で3拠点を見られれば黒字。4年目に超える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年694万円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2.7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 3拠点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新しいお客様は最初の年は半年分しか払わないので、年度末に数えると3</a:t>
            </a:r>
            <a:endParaRPr lang="en-US" sz="8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17520"/>
            <a:ext cx="594360" cy="5943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017520"/>
            <a:ext cx="594360" cy="59436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017520"/>
            <a:ext cx="594360" cy="59436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1人で、3拠点（支店・営業所）を見る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6373368" y="2520142"/>
            <a:ext cx="502920" cy="127461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236208" y="228239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2.73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30拠点÷11人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7159752" y="2188210"/>
            <a:ext cx="502920" cy="160655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022592" y="195046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3.44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55拠点÷16人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7946136" y="1903065"/>
            <a:ext cx="502920" cy="1891695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808976" y="1665321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4.05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85拠点÷21人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4617720" y="2392680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4663440" y="21457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黒字ライン 3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663440" y="1389888"/>
            <a:ext cx="210312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736592" y="1426464"/>
            <a:ext cx="1956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1〜3年目は人を先に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雇うから赤字。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4年目に線を越えて黒字！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社員1人の費用＝4年目の販管費11,103万円÷16人（営業・技術・サポートの全員。給料のほか家賃・広告・交通費などを含む）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5年目の売上2億9,000万円のうち57%は、前の年までのお客様の利用料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88万円のエサで、1,852万円の魚を釣る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約88万円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（営業3人の人件費2,400万円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約21倍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約1,852万円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導入支援の粗利67万円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7年は控えめ。計画の解約率なら平均18年続く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88万円は約4か月で回収（88万円 ÷ 月21万円の粗利）。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目安は「LTVがCACの3倍以上」。当社は約21倍なので、お客様を増やすほど会社が強くなる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うまくいかなかったら？ 止まる線を先に決める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採用をお客様の数に合わせれば、計画の6割で黒字。届かなければ、決めた線で止まる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新規拠点が計画に届かなかったら（百万円）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325880"/>
            <a:ext cx="128016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採用を実績に合わせる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325880"/>
            <a:ext cx="128016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採用は計画どおり</a:t>
            </a:r>
            <a:endParaRPr lang="en-US" sz="85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258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新規の達成度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新規拠点（1〜5年目）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3・9・18・27・33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計画の8割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2・7・14・22・26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計画の7割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2・6・13・19・23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計画の6割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2・5・11・16・20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-97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計画の5割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2・5・9・14・17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-139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365760" y="3447288"/>
            <a:ext cx="484632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346557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読み方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採用を遅らせれば、計画の6割で黒字、5割を割ると黒字にならない。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遅れているのに計画どおり採用すると、7割でも現金が尽きる。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採用は「期末で社員1人3拠点」の見込みが立ってから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0" y="10515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進む・直す・止まるの線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0" y="1344168"/>
            <a:ext cx="3291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596128" y="1380744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1年目末　</a:t>
            </a:r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実証3社のうち本契約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96128" y="1673352"/>
            <a:ext cx="777240" cy="2926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596128" y="16733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2社以上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16733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進む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596128" y="2020824"/>
            <a:ext cx="777240" cy="292608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596128" y="20208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1社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0208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値段と顧客を見直す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596128" y="2368296"/>
            <a:ext cx="777240" cy="29260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596128" y="23682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0社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36829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撤退か方向転換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486400" y="2825496"/>
            <a:ext cx="32918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596128" y="2862072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2年目末　</a:t>
            </a:r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新規拠点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596128" y="3154680"/>
            <a:ext cx="777240" cy="2926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596128" y="3154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5以上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644652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計画どおり採用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596128" y="3502152"/>
            <a:ext cx="777240" cy="29260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5596128" y="35021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5未満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6446520" y="35021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採用を止める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左の表：新しい拠点が計画の何割だったら、何年目に黒字になるか（最低現金は百万円）。この計画は出資1.15億円が前提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500万円で、6か月以内に最初の1拠点を動かす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創業者の給料はゼロ。すべて試作品と実証に使う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500万円の出資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試作品・端末・実証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報告書の時間がどれだけ減ったか実測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出資者へのお返し（提案）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500万円で株式の10%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（出資前の会社の値段 4,500万円）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出口：上場、または事業会社への売却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255万円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サーバー代45万円）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サーバー・AI代：売上の15%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社員1人：年694万円（給料・家賃など）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3拠点 以上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4年目に3.44となり黒字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営業利益 約6,100万円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月240万円分の時間が浮くので、約2か月で元が取れます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根拠：100人×月6時間×4,000円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なんで4年目まで赤字なの？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人を先に雇うからです。社員1人3拠点を超えたら黒字です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根拠：694万円÷255万円＝2.7、半年分を見て3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左：投資家　右：社長（わたし）。細かい計算は「理論武装版」に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300万・255万・3。順番に言えば、お金の仕組みが全部つながる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お客様が1拠点で毎年払う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2か月で元が取れるから払う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サーバー代15%を引いた残り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4年目に超え、5年目は4.05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1拠点あたり年300万円を払います。月240万円分の書類の時間が浮くので、2か月で元が取れます。当社にはサーバー代を引いた255万円が残り、社員1人で3拠点を見れば黒字です。人を先に雇うので3年目までは赤字ですが、去年のお客様が今年も払う積み上げ型なので、4年目に黒字、5年目に営業利益約6,100万円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2026-10-15T05:28:22Z</dcterms:created>
  <dcterms:modified xsi:type="dcterms:W3CDTF">2026-10-15T05:28:22Z</dcterms:modified>
</cp:coreProperties>
</file>